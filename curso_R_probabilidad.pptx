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054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874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685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260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1022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1181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568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1776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193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98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1779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7F766-2204-904E-AF6D-BACB4612C509}" type="datetimeFigureOut">
              <a:rPr lang="es-MX" smtClean="0"/>
              <a:t>26/03/26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D493E-F434-8F42-9F64-AA83E75684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182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E77C2779-7A6B-AE80-8FE8-1CBE997562E9}"/>
              </a:ext>
            </a:extLst>
          </p:cNvPr>
          <p:cNvSpPr/>
          <p:nvPr/>
        </p:nvSpPr>
        <p:spPr>
          <a:xfrm>
            <a:off x="735724" y="588579"/>
            <a:ext cx="599090" cy="599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A542330-E788-41FA-3459-5F8BEA28B1A9}"/>
              </a:ext>
            </a:extLst>
          </p:cNvPr>
          <p:cNvSpPr/>
          <p:nvPr/>
        </p:nvSpPr>
        <p:spPr>
          <a:xfrm>
            <a:off x="1550276" y="588579"/>
            <a:ext cx="599090" cy="599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3F40A9-9455-2491-75E9-61DFB9613C41}"/>
              </a:ext>
            </a:extLst>
          </p:cNvPr>
          <p:cNvSpPr/>
          <p:nvPr/>
        </p:nvSpPr>
        <p:spPr>
          <a:xfrm>
            <a:off x="923743" y="556727"/>
            <a:ext cx="223052" cy="63094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5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060113A-AD01-21AA-3900-ABC8BDE1AE82}"/>
              </a:ext>
            </a:extLst>
          </p:cNvPr>
          <p:cNvSpPr/>
          <p:nvPr/>
        </p:nvSpPr>
        <p:spPr>
          <a:xfrm>
            <a:off x="1738295" y="572653"/>
            <a:ext cx="223052" cy="63094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5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9D8115-999B-10D9-8E30-CBADEFBC0E85}"/>
              </a:ext>
            </a:extLst>
          </p:cNvPr>
          <p:cNvSpPr txBox="1"/>
          <p:nvPr/>
        </p:nvSpPr>
        <p:spPr>
          <a:xfrm>
            <a:off x="4023129" y="556727"/>
            <a:ext cx="160332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P(A)=1/2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537524-75ED-4B00-8253-948F916DF797}"/>
              </a:ext>
            </a:extLst>
          </p:cNvPr>
          <p:cNvSpPr txBox="1"/>
          <p:nvPr/>
        </p:nvSpPr>
        <p:spPr>
          <a:xfrm>
            <a:off x="5983988" y="556727"/>
            <a:ext cx="16097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P(B)=1/2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D06A81-2CA1-124E-EE6A-BAA78EA41551}"/>
              </a:ext>
            </a:extLst>
          </p:cNvPr>
          <p:cNvSpPr txBox="1"/>
          <p:nvPr/>
        </p:nvSpPr>
        <p:spPr>
          <a:xfrm>
            <a:off x="2345522" y="2122571"/>
            <a:ext cx="33552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Resulatos = { A, S }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C4C5B2D-1D8A-1406-685A-5051BCA06CB3}"/>
              </a:ext>
            </a:extLst>
          </p:cNvPr>
          <p:cNvSpPr txBox="1"/>
          <p:nvPr/>
        </p:nvSpPr>
        <p:spPr>
          <a:xfrm>
            <a:off x="342453" y="1568573"/>
            <a:ext cx="30147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b="1" dirty="0"/>
              <a:t>EXPERIMENTO 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E6C9D0C-64CF-21E2-B9B9-BE5286852578}"/>
              </a:ext>
            </a:extLst>
          </p:cNvPr>
          <p:cNvSpPr txBox="1"/>
          <p:nvPr/>
        </p:nvSpPr>
        <p:spPr>
          <a:xfrm>
            <a:off x="342453" y="2875002"/>
            <a:ext cx="30147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b="1" dirty="0"/>
              <a:t>EXPERIMENTO 2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1B989C-368F-24A2-49F3-B575A56C5B7E}"/>
              </a:ext>
            </a:extLst>
          </p:cNvPr>
          <p:cNvSpPr txBox="1"/>
          <p:nvPr/>
        </p:nvSpPr>
        <p:spPr>
          <a:xfrm>
            <a:off x="2345521" y="3627433"/>
            <a:ext cx="53795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000" dirty="0"/>
              <a:t>Resulatos = { AA, AS, SA, SS }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97E8B6F-7CF3-EFEA-42DA-5A217BF12ED0}"/>
              </a:ext>
            </a:extLst>
          </p:cNvPr>
          <p:cNvSpPr txBox="1"/>
          <p:nvPr/>
        </p:nvSpPr>
        <p:spPr>
          <a:xfrm>
            <a:off x="367603" y="4536739"/>
            <a:ext cx="84999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1. Se E el evento que salga AA entonces  P(E) = 1/4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36E50C2-90A4-C48B-2C05-5F4FC5ED3E26}"/>
              </a:ext>
            </a:extLst>
          </p:cNvPr>
          <p:cNvSpPr txBox="1"/>
          <p:nvPr/>
        </p:nvSpPr>
        <p:spPr>
          <a:xfrm>
            <a:off x="379845" y="5391710"/>
            <a:ext cx="66884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2. Se E el evento que sale alemnos un A</a:t>
            </a:r>
          </a:p>
          <a:p>
            <a:r>
              <a:rPr lang="es-MX" sz="3000" dirty="0"/>
              <a:t>     entonces  P(E) = 3/4 </a:t>
            </a:r>
          </a:p>
        </p:txBody>
      </p:sp>
    </p:spTree>
    <p:extLst>
      <p:ext uri="{BB962C8B-B14F-4D97-AF65-F5344CB8AC3E}">
        <p14:creationId xmlns:p14="http://schemas.microsoft.com/office/powerpoint/2010/main" val="3158199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B2EFFD1-81BB-3EF5-BA2D-D145847F7C8F}"/>
              </a:ext>
            </a:extLst>
          </p:cNvPr>
          <p:cNvSpPr txBox="1"/>
          <p:nvPr/>
        </p:nvSpPr>
        <p:spPr>
          <a:xfrm>
            <a:off x="226839" y="236906"/>
            <a:ext cx="30147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b="1" dirty="0"/>
              <a:t>EXPERIMENTO 3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FE7029-150C-EEF8-2C6D-4FA6866F8DA3}"/>
              </a:ext>
            </a:extLst>
          </p:cNvPr>
          <p:cNvSpPr txBox="1"/>
          <p:nvPr/>
        </p:nvSpPr>
        <p:spPr>
          <a:xfrm>
            <a:off x="1326018" y="915764"/>
            <a:ext cx="66408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000" dirty="0"/>
              <a:t>Resulatos = { AAA, AAS, ASA, ASS,</a:t>
            </a:r>
          </a:p>
          <a:p>
            <a:r>
              <a:rPr lang="es-MX" sz="3000" dirty="0"/>
              <a:t>                            SAA, SAS, SSA, SSS}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3D86FC-21AA-EDE7-8039-4E0B85AB5BED}"/>
              </a:ext>
            </a:extLst>
          </p:cNvPr>
          <p:cNvSpPr txBox="1"/>
          <p:nvPr/>
        </p:nvSpPr>
        <p:spPr>
          <a:xfrm>
            <a:off x="379845" y="2154523"/>
            <a:ext cx="66884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1. Se E el evento que sale alemnos un A</a:t>
            </a:r>
          </a:p>
          <a:p>
            <a:r>
              <a:rPr lang="es-MX" sz="3000" dirty="0"/>
              <a:t>     entonces  P(E) = 7/8 = 0.875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177EEE-F07C-E826-3DBF-7C9A42C47E2E}"/>
              </a:ext>
            </a:extLst>
          </p:cNvPr>
          <p:cNvSpPr txBox="1"/>
          <p:nvPr/>
        </p:nvSpPr>
        <p:spPr>
          <a:xfrm>
            <a:off x="620194" y="3393282"/>
            <a:ext cx="31261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1-pbinom(0, 3, .5)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7B536CA-25D1-277D-3AA6-CB5D3F9EBE0B}"/>
              </a:ext>
            </a:extLst>
          </p:cNvPr>
          <p:cNvSpPr txBox="1"/>
          <p:nvPr/>
        </p:nvSpPr>
        <p:spPr>
          <a:xfrm>
            <a:off x="284497" y="4170376"/>
            <a:ext cx="87238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dbinom(1, 3, .5) + dbinom(2, 3, .5) + dbinom(3, 3, .5)</a:t>
            </a:r>
          </a:p>
        </p:txBody>
      </p:sp>
    </p:spTree>
    <p:extLst>
      <p:ext uri="{BB962C8B-B14F-4D97-AF65-F5344CB8AC3E}">
        <p14:creationId xmlns:p14="http://schemas.microsoft.com/office/powerpoint/2010/main" val="2796456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2694ECA-B864-D66E-8DD7-129C39C6DECD}"/>
              </a:ext>
            </a:extLst>
          </p:cNvPr>
          <p:cNvSpPr txBox="1"/>
          <p:nvPr/>
        </p:nvSpPr>
        <p:spPr>
          <a:xfrm>
            <a:off x="226839" y="236906"/>
            <a:ext cx="30147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b="1" dirty="0"/>
              <a:t>EXPERIMENTO 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0B2043-4296-29CE-6217-588E3220BCD7}"/>
              </a:ext>
            </a:extLst>
          </p:cNvPr>
          <p:cNvSpPr txBox="1"/>
          <p:nvPr/>
        </p:nvSpPr>
        <p:spPr>
          <a:xfrm>
            <a:off x="226839" y="930221"/>
            <a:ext cx="66408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000" dirty="0"/>
              <a:t>Resulatos = { AAAA, AAAS, AASA, AASS,</a:t>
            </a:r>
          </a:p>
          <a:p>
            <a:r>
              <a:rPr lang="es-MX" sz="3000" dirty="0"/>
              <a:t>                            ASAA, ASAS, ASSA, ASSS,</a:t>
            </a:r>
          </a:p>
          <a:p>
            <a:r>
              <a:rPr lang="es-MX" sz="3000" dirty="0"/>
              <a:t>                            SAAA, SAAS, SASA, SASS,</a:t>
            </a:r>
          </a:p>
          <a:p>
            <a:r>
              <a:rPr lang="es-MX" sz="3000" dirty="0"/>
              <a:t>                             SSAA, SSAS, SSSA, SSSS}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526783-B309-77FC-1B7D-851B4BAA2715}"/>
              </a:ext>
            </a:extLst>
          </p:cNvPr>
          <p:cNvSpPr txBox="1"/>
          <p:nvPr/>
        </p:nvSpPr>
        <p:spPr>
          <a:xfrm>
            <a:off x="358824" y="3008530"/>
            <a:ext cx="6877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1. Se E el evento que sale almenos dos A</a:t>
            </a:r>
          </a:p>
          <a:p>
            <a:r>
              <a:rPr lang="es-MX" sz="3000" dirty="0"/>
              <a:t>     entonces  P(E) = (6+4+1)/16 = 0.6875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46D4028-DBF4-5183-70DB-D8F2DC5C2E1F}"/>
              </a:ext>
            </a:extLst>
          </p:cNvPr>
          <p:cNvSpPr txBox="1"/>
          <p:nvPr/>
        </p:nvSpPr>
        <p:spPr>
          <a:xfrm>
            <a:off x="588579" y="4163510"/>
            <a:ext cx="29690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1-pbinom(1,4,.5)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56491B2-823E-9A74-B84E-E92040F3D97E}"/>
              </a:ext>
            </a:extLst>
          </p:cNvPr>
          <p:cNvSpPr txBox="1"/>
          <p:nvPr/>
        </p:nvSpPr>
        <p:spPr>
          <a:xfrm>
            <a:off x="588579" y="4960883"/>
            <a:ext cx="79383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dbinom(2,4,.5)+dbinom(3,4,.5)+dbinom(4,4,.5)</a:t>
            </a:r>
          </a:p>
        </p:txBody>
      </p:sp>
    </p:spTree>
    <p:extLst>
      <p:ext uri="{BB962C8B-B14F-4D97-AF65-F5344CB8AC3E}">
        <p14:creationId xmlns:p14="http://schemas.microsoft.com/office/powerpoint/2010/main" val="143880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B316F-B409-616A-97BA-CF9A5C6F345B}"/>
              </a:ext>
            </a:extLst>
          </p:cNvPr>
          <p:cNvSpPr txBox="1"/>
          <p:nvPr/>
        </p:nvSpPr>
        <p:spPr>
          <a:xfrm>
            <a:off x="830317" y="1040524"/>
            <a:ext cx="66691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1. Se E el evento que sale alomas dos A</a:t>
            </a:r>
          </a:p>
          <a:p>
            <a:r>
              <a:rPr lang="es-MX" sz="3000" dirty="0"/>
              <a:t>     entonces  P(E) = (1+4+6)/16 = 0.6875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D26417-94B2-2423-FD85-2A97EB7E10C7}"/>
              </a:ext>
            </a:extLst>
          </p:cNvPr>
          <p:cNvSpPr txBox="1"/>
          <p:nvPr/>
        </p:nvSpPr>
        <p:spPr>
          <a:xfrm>
            <a:off x="956442" y="2511972"/>
            <a:ext cx="26324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pbinom(2,4,.5)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7F739F-31B7-DBE7-7F96-76DFACBBE2C5}"/>
              </a:ext>
            </a:extLst>
          </p:cNvPr>
          <p:cNvSpPr txBox="1"/>
          <p:nvPr/>
        </p:nvSpPr>
        <p:spPr>
          <a:xfrm>
            <a:off x="304801" y="3429000"/>
            <a:ext cx="81740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/>
              <a:t>dbinom(0,4,.5) + dbinom(1,4,.5) +dbinom(2,4,.5)</a:t>
            </a:r>
          </a:p>
        </p:txBody>
      </p:sp>
    </p:spTree>
    <p:extLst>
      <p:ext uri="{BB962C8B-B14F-4D97-AF65-F5344CB8AC3E}">
        <p14:creationId xmlns:p14="http://schemas.microsoft.com/office/powerpoint/2010/main" val="136355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2F7C280-FBBB-543C-D25E-E47DE485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368300"/>
            <a:ext cx="7505700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22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</TotalTime>
  <Words>288</Words>
  <Application>Microsoft Macintosh PowerPoint</Application>
  <PresentationFormat>Carta (216 x 279 mm)</PresentationFormat>
  <Paragraphs>31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lgs@unam.mx</dc:creator>
  <cp:lastModifiedBy>lgs@unam.mx</cp:lastModifiedBy>
  <cp:revision>3</cp:revision>
  <dcterms:created xsi:type="dcterms:W3CDTF">2026-03-26T15:51:53Z</dcterms:created>
  <dcterms:modified xsi:type="dcterms:W3CDTF">2026-03-26T18:22:50Z</dcterms:modified>
</cp:coreProperties>
</file>